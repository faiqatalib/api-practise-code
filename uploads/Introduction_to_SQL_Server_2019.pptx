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Introduction to SQL Server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Learn how Microsoft SQL Server 2019 stores, manages, and processes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Understand SQL Server 2019 basics.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Learn its architecture and versions.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Connect to SQL Server using SSMS.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Know about AdventureWorks2019 sample database.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Execute Transact-SQL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What is SQL Server 2019?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RDBMS developed by Microsoft.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Stores and manages large amounts of data.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Used in OLTP, data warehousing, and e-commerce.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Supports Big Data clusters.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Features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Reliable, fast, and secure.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Manages large-scale databases.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Allows multiple users.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Integrates with tools like Power BI and Excel.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Basic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Three parts: Tools, Services, Instances.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Tools – for development and management (SSMS).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Services – run in background (Database Engine, SQL Agent).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Instances – separate copies of SQL Server with their own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Version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Each version improves speed, features, and security.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Examples: SQL Server 2008, 2012, 2016, 2019.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Editions of SQL Server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Express – Free, for learning or small projects.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Standard – For medium organizations.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Enterprise – For large businesses.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Connecting to 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Use SQL Server Management Studio (SSMS).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Choose Database Engine, enter Server Name.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 dirty="0"/>
              <a:t>• Select Authentication method and click Connect.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What is a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Collection of data stored in tables.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Table = Rows (Tuples) + Columns (Attributes).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Each column stores a specific type of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Types of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System Databases – for SQL Server internal use.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User-defined Databases – created by users.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Sample Databases – like AdventureWorks2019.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AdventureWorks2019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Sample database for learning.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Represents a bicycle manufacturing company.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Includes Sales, HR, Purchasing, and Manufacturing modules.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Contains OLTP, Data Warehouse, and Analysis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SQL Server Management Studio (SSMS)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Provides menus, toolbars, and panels for management.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Main part: Object Explorer – shows databases and server objects.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Includes Security, Replication, Management, Integration Services.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Script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Contain SQL commands saved as .sql files.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Used to store and organize queries.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Example: SELECT * FROM Students;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Executing T-SQL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Type SQL code in the Query Window.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Click Execute or press F5 to run the query.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View results in Grid, Text, or File 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000" b="1">
                <a:solidFill>
                  <a:srgbClr val="00B0F0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SQL Server 2019 – a powerful RDBMS by Microsoft.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Main parts: Tools, Services, Instances.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Use SSMS to connect and manage data.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AdventureWorks2019 – sample database for practice.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Save queries in .sql files and execute easily.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514</Words>
  <Application>Microsoft Office PowerPoint</Application>
  <PresentationFormat>Custom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faculty5</cp:lastModifiedBy>
  <cp:revision>2</cp:revision>
  <dcterms:created xsi:type="dcterms:W3CDTF">2013-01-27T09:14:16Z</dcterms:created>
  <dcterms:modified xsi:type="dcterms:W3CDTF">2025-10-17T08:44:15Z</dcterms:modified>
  <cp:category/>
</cp:coreProperties>
</file>